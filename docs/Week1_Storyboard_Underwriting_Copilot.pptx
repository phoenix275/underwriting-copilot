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1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we're building a copilot, not an autopilot — it reads the documents, screens every applicant the same way, and hands the underwriter an explainable recommendation. Today's goal: show we understand the problem, what exists already, and why our plan is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this is the exact 5-step workflow from our brainstorming notes, and our project automates steps 2 through 5 while keeping a human underwriter in charge of the final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numbers: industry sources put traditional full underwriting at two to six weeks, ~21 days on average, with APS requests alone adding about 21 calendar days. The three pain points map directly to the business context in the project brief: time-consuming, inconsistent, prone to subjective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rule-based scoring has existed for decades. What's new is that the document-reading front end — historically the human bottleneck — is now automatable with Document AI, and LLMs add a cross-document reasoning layer. Point 3 is the differentiator our managers will care about: explainability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art in three buckets: accelerated underwriting (fast but only for clean cases), reinsurer rule engines (structured-data only), and early GenAI pilots (often ungrounded). Our gap: connect document extraction to explainable scoring end to end. Invite Rashmi and Vasu to correct or sharpen this landscape — it's a conversation starter, not a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architecture slide — spend time here. Map it back to the 5-step workflow from slide 2: stages 1–2 are Weeks 2's build, stage 3 is Week 3, stages 4–5 are Week 4. Call out the equal-screening principle explicitly since it's requirement #4 from our brainstorming: measurable parameters, conflicts scoped, everyone screened identically.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opportunity: if time allows, show the dashboard for one clean case and one risky case. Be honest about the gap — the prototype consumes structured Excel today; the whole point of Week 2 is to feed it from real (synthetic) PDFs via Document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brainstorming requirement #4 directly. The trick: because synthetic documents are generated from known ground truth, extraction accuracy is exactly measurable; because conflicts are injected deliberately at a known rate, detection rate is exactly measurable. No vibes.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 — insurance veterans will respect the honesty. Key line: this internship proves the pipeline, not the premiums. Bias and regulation are why the explainable rule layer exists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card is dark = where we are now. Emphasize each Friday demo builds on the previous one: storyboard → extraction demo with accuracy table → risk engine walking a clean case and a conflict case → full end-to-end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asking for input — Rashmi and Vasu have 36+ combined years in insurance. The three questions turn the presentation into a working session and get their fingerprints on the Week 3 risk-weightage design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UNDERSTANDING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Financial Viability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Copilot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underwriting copilot that reads application documents, screens every applicant equally, and gives underwriters explainable decision support.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 GLP Internship — Finance Project 1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Presentation  ·  Friday, July 10, 2026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Rashmi Kubusada  ·  Vasu Bheema Rao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insurance underwriting in one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insurer's process for deciding whether to cover an applicant, at what rate class, and at what premium.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88136" y="18288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19385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3957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761488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supporting docs: payslips, bank statements, tax records, paramedical exam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31136" y="1600200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70632" y="18288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9385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04288" y="23957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Extraction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322576" y="2761488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structured facts out of every submitted document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913632" y="1600200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453128" y="18288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19385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86784" y="23957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 Assessment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005072" y="2761488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factor — DOB low weight, smoking / lifestyle high weight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596128" y="1600200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35624" y="18288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19385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3957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Risk Evaluation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687568" y="2761488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factors into a score and a risk tier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278624" y="1600200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818120" y="18288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19385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51776" y="23957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Decision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70064" y="2761488"/>
            <a:ext cx="1389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at a rate class, refer to senior review, or decline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classify applicants into rate classes — </a:t>
            </a:r>
            <a:r>
              <a:rPr lang="en-US" sz="13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· Standard · Substandard · Decline</a:t>
            </a:r>
            <a:r>
              <a:rPr lang="en-US" sz="13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based on mortality risk. Every factor in steps 3–4 exists to predict life expectancy.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hurts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2–6 </a:t>
            </a:r>
            <a:r>
              <a:rPr lang="en-US" sz="14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turnaround for a traditional fully underwritten policy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29000" y="1188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 </a:t>
            </a:r>
            <a:r>
              <a:rPr lang="en-US" sz="14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obtain an Attending Physician Statement when one is required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1887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 </a:t>
            </a:r>
            <a:r>
              <a:rPr lang="en-US" sz="14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process routinely stretches when follow-ups pile up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9067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5568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3520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payslips, bank statements, tax docs and exam reports is the bottleneck — every document is read by hand.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09067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58768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291840" y="3520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underwriters can reach different conclusions on the same file. Risk weighting lives in individual judgment, not a shared standard.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5040" y="2971800"/>
            <a:ext cx="457200" cy="457200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309067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01968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&amp; costly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35040" y="3520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varies case by case; senior underwriter time is expensive and spent on cases that rules could have cleared.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was never the scoring math — it was reading the documents. That just 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5EB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matured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layout models (Google Document AI) now extract structured fields from payslips, bank statements and tax forms with measurable accuracy — the step 1→2 gap is finally automatable.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F5EB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295351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081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07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reason over cases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1546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Vertex AI can cross-check fields across documents, flag conflicts, and write grounded case narratives — the judgment-support layer that rule engines never had.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E7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09651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224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50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possible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2976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keep a fully auditable rule score next to an ML score, so the system augments underwriters instead of replacing their accountability — critical in a regulated industry.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done before — and 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underwriting programs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3624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use data (Rx databases, MIB, credit) to skip exams for healthy applicants — approval in days instead of weeks, but limited to clean, low-coverage cases.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9842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Reinsurer rule engines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2951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Swiss Re Magnum and Munich Re ALLFINANZ automate rule evaluation at scale — powerful, but they consume already-structured data; the document reading stays manual.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916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First-wave AI/LLM pilots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are piloting GenAI for summaries and triage, but most efforts bolt AI on at the end rather than grounding it in extracted, verifiable document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2834640" cy="2834640"/>
          </a:xfrm>
          <a:prstGeom prst="roundRect">
            <a:avLst>
              <a:gd name="adj" fmla="val 2258"/>
            </a:avLst>
          </a:prstGeom>
          <a:solidFill>
            <a:srgbClr val="12343B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9844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1298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FILL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Document-grounded, explainable decision support — a copilot, not an autopilot.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89320" y="27432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PDFs in, explainable recommendation out — every claim traceable to a source field, every applicant screened by the identical checklist.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 delivered for Munich Re &amp; AXA Equitable — we'll validate this landscape read with our managers' 36+ years of insurance experience.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the copilot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PDF packet in  →  underwriter-ready decision out. Every stage measurable.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17904" cy="2148840"/>
          </a:xfrm>
          <a:prstGeom prst="roundRect">
            <a:avLst>
              <a:gd name="adj" fmla="val 3614"/>
            </a:avLst>
          </a:prstGeom>
          <a:solidFill>
            <a:srgbClr val="2F6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81051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Packet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587752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form, payslip, bank statement, tax doc (synthetic)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8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231136" y="1600200"/>
            <a:ext cx="1517904" cy="2148840"/>
          </a:xfrm>
          <a:prstGeom prst="roundRect">
            <a:avLst>
              <a:gd name="adj" fmla="val 3614"/>
            </a:avLst>
          </a:prstGeom>
          <a:solidFill>
            <a:srgbClr val="2F6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8105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76856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322576" y="2587752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→ structured JSON, stored in BigQuery / SQL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94176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8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913632" y="1600200"/>
            <a:ext cx="1517904" cy="2148840"/>
          </a:xfrm>
          <a:prstGeom prst="roundRect">
            <a:avLst>
              <a:gd name="adj" fmla="val 3614"/>
            </a:avLst>
          </a:prstGeom>
          <a:solidFill>
            <a:srgbClr val="2F6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8105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59352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005072" y="2587752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rule score + ML score, side by side + conflict flags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376672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8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596128" y="1600200"/>
            <a:ext cx="1517904" cy="2148840"/>
          </a:xfrm>
          <a:prstGeom prst="roundRect">
            <a:avLst>
              <a:gd name="adj" fmla="val 3614"/>
            </a:avLst>
          </a:prstGeom>
          <a:solidFill>
            <a:srgbClr val="2F6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181051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41848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687568" y="2587752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Refer / Decline with tier and reasons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059168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98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278624" y="1600200"/>
            <a:ext cx="1517904" cy="2148840"/>
          </a:xfrm>
          <a:prstGeom prst="roundRect">
            <a:avLst>
              <a:gd name="adj" fmla="val 3614"/>
            </a:avLst>
          </a:prstGeom>
          <a:solidFill>
            <a:srgbClr val="2F6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81051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24344" y="22402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370064" y="2587752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summary &amp; recommendation for the underwriter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screening by design: </a:t>
            </a:r>
            <a:r>
              <a:rPr lang="en-US" sz="12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passes the identical checklist. Conflicting data (payslip ≠ declared income, DOB mismatch) is detected, scored by severity, and routed — minor conflicts noted, major conflicts auto-referred to a human.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we can build it: what already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3017520"/>
          </a:xfrm>
          <a:prstGeom prst="roundRect">
            <a:avLst>
              <a:gd name="adj" fmla="val 2121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984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80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linked sheets per applicant — identity &amp; policy, medical record, financial viability — joined on Applicant ID.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real multi-source review: income docs, exam results, credit and debt data.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contains realistic messiness (e.g., a 4.77 debt-to-income outlier) — perfect raw material for conflict-detection testing.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3931920" cy="3017520"/>
          </a:xfrm>
          <a:prstGeom prst="roundRect">
            <a:avLst>
              <a:gd name="adj" fmla="val 2121"/>
            </a:avLst>
          </a:prstGeom>
          <a:solidFill>
            <a:srgbClr val="F5EBD8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984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80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scoring prototype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394960" y="178308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Case-review dashboard covering workflow steps 2–5 on structured data.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score + logistic regression trained on 40,000 synthetic records (AUC 0.750) shown side by side with per-factor contributions.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decisions (Approve / Refer / APS required) and AI-generated grounded case summaries.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C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 is the front end: </a:t>
            </a: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pipeline starts from clean Excel. The project spec starts from PDFs — closing that document-extraction gap is Week 2.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it works: measurable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generate the synthetic documents from known ground truth, every stage gets a hard number.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Field-level accuracy vs. ground truth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screening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rate on deliberately injected conflicts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 on major conflicts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precision / recall on held-out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AUC 0.750 — improve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Rule-vs-ML tier agreement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Disagreements auto-flag for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Straight-through-processing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decided without referral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narrative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— every claim traces to a source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F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 sampled summaries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answers our core requirement: measurable parameters so the system scopes conflicting data and screens everything equally.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honest: risks and limits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06424"/>
            <a:ext cx="420624" cy="420624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16152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51560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≠ production data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3000" y="135331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learns patterns we authored. Results demonstrate the pipeline works, not that the weights are production-ready. Real deployment would need real historical data and actuarial validation.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039112"/>
            <a:ext cx="420624" cy="420624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84248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" y="228600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like credit score can proxy for protected attributes. We'll document every factor's rationale and keep the rule layer fully auditable so bias is inspectable, not hidden.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F2E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8152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916936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explainability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43000" y="321868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AI is increasingly regulated (e.g., model governance expectations). Our side-by-side rule + ML design and human-in-the-loop referral path are chosen for exactly this reason.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3904488"/>
            <a:ext cx="420624" cy="420624"/>
          </a:xfrm>
          <a:prstGeom prst="ellipse">
            <a:avLst/>
          </a:prstGeom>
          <a:solidFill>
            <a:srgbClr val="E7F0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142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849624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built in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43000" y="415137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framing: the system recommends, a human decides. Major conflicts and rule/ML disagreements always route to manual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four-week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stage per week. A demo every Friday. The story compounds.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38528" cy="2743200"/>
          </a:xfrm>
          <a:prstGeom prst="roundRect">
            <a:avLst>
              <a:gd name="adj" fmla="val 3302"/>
            </a:avLst>
          </a:prstGeom>
          <a:solidFill>
            <a:srgbClr val="12343B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6–10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immersion, prior art, viability — this storyboard.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463040"/>
            <a:ext cx="1938528" cy="2743200"/>
          </a:xfrm>
          <a:prstGeom prst="roundRect">
            <a:avLst>
              <a:gd name="adj" fmla="val 3302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70632" y="16276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0632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13–17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70632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in, data 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0632" y="285292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PDF packets from the dataset; build Document AI extraction; publish first accuracy numbers.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463040"/>
            <a:ext cx="1938528" cy="2743200"/>
          </a:xfrm>
          <a:prstGeom prst="roundRect">
            <a:avLst>
              <a:gd name="adj" fmla="val 3302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55464" y="16276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5464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20–24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5464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55464" y="285292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risk weightage with managers; retrain &amp; compare models; build the conflict-screening layer.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463040"/>
            <a:ext cx="1938528" cy="2743200"/>
          </a:xfrm>
          <a:prstGeom prst="roundRect">
            <a:avLst>
              <a:gd name="adj" fmla="val 3302"/>
            </a:avLst>
          </a:prstGeom>
          <a:solidFill>
            <a:srgbClr val="E7F0ED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0296" y="16276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0296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27–31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0296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&amp; final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0296" y="285292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narratives; end-to-end integration; full evaluation; final presentation.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demos:  Jul 10 storyboard  ·  Jul 17 extraction + accuracy  ·  Jul 24 risk engine + conflict flags  ·  Jul 31 end-to-end prototype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PDFs become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Mon–Tue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1554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application packets (form, payslip, bank statement, tax doc) from the dataset — with deliberately injected conflicts.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Wed–Thu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2331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Document AI extraction pipeline on GCP; measure field-level accuracy against ground truth.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Jul 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3108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PDF in → structured JSON out, with the first hard accuracy numbers of the project.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we'd love your input 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risk factors and weights match real underwriting practice?  ·  Which document types matter most to extract first?  ·  What conflict types do underwriters actually see?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1953</Words>
  <Application>Microsoft Macintosh PowerPoint</Application>
  <PresentationFormat>On-screen Show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Viability Assessment Copilot — Week 1</dc:title>
  <dc:subject>PptxGenJS Presentation</dc:subject>
  <dc:creator>PptxGenJS</dc:creator>
  <cp:lastModifiedBy>Tegh Bindra</cp:lastModifiedBy>
  <cp:revision>1</cp:revision>
  <dcterms:created xsi:type="dcterms:W3CDTF">2026-07-07T10:12:27Z</dcterms:created>
  <dcterms:modified xsi:type="dcterms:W3CDTF">2026-07-07T14:24:02Z</dcterms:modified>
</cp:coreProperties>
</file>